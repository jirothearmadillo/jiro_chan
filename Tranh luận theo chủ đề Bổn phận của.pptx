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Ảnh Toàn cảnh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úng hoặc S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vi-VN"/>
              <a:t>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4CA2438-89EF-4A46-8367-B501EC918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864" y="1871131"/>
            <a:ext cx="7810051" cy="1515533"/>
          </a:xfrm>
        </p:spPr>
        <p:txBody>
          <a:bodyPr/>
          <a:lstStyle/>
          <a:p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Tranh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luận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theo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chủ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đề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Bổn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phận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của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trẻ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em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4A3349D4-E601-4931-B9A3-30EC3AADFC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Tên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: Ph</a:t>
            </a:r>
            <a:r>
              <a:rPr lang="vi-VN" dirty="0">
                <a:solidFill>
                  <a:schemeClr val="accent5">
                    <a:lumMod val="75000"/>
                  </a:schemeClr>
                </a:solidFill>
              </a:rPr>
              <a:t>ư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ơng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Vy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Lớp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: 5/3</a:t>
            </a:r>
          </a:p>
        </p:txBody>
      </p:sp>
    </p:spTree>
    <p:extLst>
      <p:ext uri="{BB962C8B-B14F-4D97-AF65-F5344CB8AC3E}">
        <p14:creationId xmlns:p14="http://schemas.microsoft.com/office/powerpoint/2010/main" val="3885980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AFFC296-5C30-4CDC-8A63-08F8886D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Trẻ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em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ch</a:t>
            </a:r>
            <a:r>
              <a:rPr lang="vi-VN" dirty="0">
                <a:solidFill>
                  <a:schemeClr val="accent3">
                    <a:lumMod val="75000"/>
                  </a:schemeClr>
                </a:solidFill>
              </a:rPr>
              <a:t>ư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cần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làm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việc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nhà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505D7C6-42F1-4D6C-83D0-8A1C91227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Tuổi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còn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nhỏ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Đi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học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cả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ngày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Làm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bài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tập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về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nhà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Đi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học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thêm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Sức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khỏe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còn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yếu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51923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322092-4B0C-45F7-A86E-363B9A99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Trẻ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em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cần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làm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việc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nhà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D2E4A69-77D7-42A0-9920-BBEB03E1B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Rèn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luyện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sức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khỏe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Chia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sẻ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tránh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nhiệm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Giúp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trẻ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học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cách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chăm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sóc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bản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thân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Giúp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trẻ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tự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50000"/>
                  </a:schemeClr>
                </a:solidFill>
              </a:rPr>
              <a:t>lập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08962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43F988E-C702-4D0C-A4CE-76FF37A6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Kết</a:t>
            </a:r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luận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0A990D2-2F28-4DE4-B73B-34052B59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Trẻ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em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nên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cân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bằng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giữa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việc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học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và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việc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nhà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để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giúp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đỡ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bố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mẹ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Cần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học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tập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và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làm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việc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nhà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để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tăng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c</a:t>
            </a:r>
            <a:r>
              <a:rPr lang="vi-VN" sz="2800" dirty="0">
                <a:solidFill>
                  <a:schemeClr val="accent5">
                    <a:lumMod val="75000"/>
                  </a:schemeClr>
                </a:solidFill>
              </a:rPr>
              <a:t>ư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ờng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sức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khỏe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và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học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cách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tự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</a:rPr>
              <a:t>lập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0459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</TotalTime>
  <Words>111</Words>
  <Application>Microsoft Office PowerPoint</Application>
  <PresentationFormat>Màn hình rộng</PresentationFormat>
  <Paragraphs>17</Paragraphs>
  <Slides>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4</vt:i4>
      </vt:variant>
    </vt:vector>
  </HeadingPairs>
  <TitlesOfParts>
    <vt:vector size="9" baseType="lpstr">
      <vt:lpstr>Arial</vt:lpstr>
      <vt:lpstr>Garamond</vt:lpstr>
      <vt:lpstr>Times New Roman</vt:lpstr>
      <vt:lpstr>Wingdings</vt:lpstr>
      <vt:lpstr>Organic</vt:lpstr>
      <vt:lpstr>Tranh luận theo chủ đề Bổn phận của trẻ em </vt:lpstr>
      <vt:lpstr>Trẻ em chưa cần làm việc nhà</vt:lpstr>
      <vt:lpstr>Trẻ em cần làm việc nhà </vt:lpstr>
      <vt:lpstr>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Tranh luận theo chủ đề Bổn phận của trẻ em</dc:title>
  <dc:creator>Nguyễn Văn Công Vinh</dc:creator>
  <cp:lastModifiedBy>Nguyễn Văn Công Vinh</cp:lastModifiedBy>
  <cp:revision>6</cp:revision>
  <dcterms:created xsi:type="dcterms:W3CDTF">2025-10-22T14:31:14Z</dcterms:created>
  <dcterms:modified xsi:type="dcterms:W3CDTF">2025-10-22T15:14:39Z</dcterms:modified>
</cp:coreProperties>
</file>